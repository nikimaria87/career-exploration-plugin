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6e5dbae60b4893" /><Relationship Type="http://schemas.openxmlformats.org/officeDocument/2006/relationships/extended-properties" Target="/docProps/app.xml" Id="Rc5cd009d2c844810" /><Relationship Type="http://schemas.openxmlformats.org/officeDocument/2006/relationships/officeDocument" Target="/ppt/presentation.xml" Id="R46f7dc9a8b7c4f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525f6cf6eb4761"/>
  </p:sldMasterIdLst>
  <p:notesMasterIdLst>
    <p:notesMasterId xmlns:r="http://schemas.openxmlformats.org/officeDocument/2006/relationships" r:id="Rd665fe539851440d"/>
  </p:notesMasterIdLst>
  <p:sldIdLst>
    <p:sldId xmlns:r="http://schemas.openxmlformats.org/officeDocument/2006/relationships" id="256" r:id="R2cf0ded1c6ec41d2"/>
    <p:sldId xmlns:r="http://schemas.openxmlformats.org/officeDocument/2006/relationships" id="257" r:id="R70106647c71442c9"/>
    <p:sldId xmlns:r="http://schemas.openxmlformats.org/officeDocument/2006/relationships" id="258" r:id="Rc92a59903ccd4c63"/>
    <p:sldId xmlns:r="http://schemas.openxmlformats.org/officeDocument/2006/relationships" id="259" r:id="Rebc48baf30684d22"/>
    <p:sldId xmlns:r="http://schemas.openxmlformats.org/officeDocument/2006/relationships" id="260" r:id="Rd64c1ad0b5be4287"/>
    <p:sldId xmlns:r="http://schemas.openxmlformats.org/officeDocument/2006/relationships" id="261" r:id="R421013f6c02840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afcd13985b4e8f" /><Relationship Type="http://schemas.openxmlformats.org/officeDocument/2006/relationships/slideMaster" Target="/ppt/slideMasters/slideMaster1.xml" Id="R21525f6cf6eb4761" /><Relationship Type="http://schemas.openxmlformats.org/officeDocument/2006/relationships/notesMaster" Target="/ppt/notesMasters/notesMaster1.xml" Id="Rd665fe539851440d" /><Relationship Type="http://schemas.openxmlformats.org/officeDocument/2006/relationships/presProps" Target="/ppt/presProps.xml" Id="R5a58407bb39d4e23" /><Relationship Type="http://schemas.openxmlformats.org/officeDocument/2006/relationships/tableStyles" Target="/ppt/tableStyles.xml" Id="Ra0e3e59ccf314e08" /><Relationship Type="http://schemas.openxmlformats.org/officeDocument/2006/relationships/slide" Target="/ppt/slides/slide1.xml" Id="R2cf0ded1c6ec41d2" /><Relationship Type="http://schemas.openxmlformats.org/officeDocument/2006/relationships/slide" Target="/ppt/slides/slide2.xml" Id="R70106647c71442c9" /><Relationship Type="http://schemas.openxmlformats.org/officeDocument/2006/relationships/slide" Target="/ppt/slides/slide3.xml" Id="Rc92a59903ccd4c63" /><Relationship Type="http://schemas.openxmlformats.org/officeDocument/2006/relationships/slide" Target="/ppt/slides/slide4.xml" Id="Rebc48baf30684d22" /><Relationship Type="http://schemas.openxmlformats.org/officeDocument/2006/relationships/slide" Target="/ppt/slides/slide5.xml" Id="Rd64c1ad0b5be4287" /><Relationship Type="http://schemas.openxmlformats.org/officeDocument/2006/relationships/slide" Target="/ppt/slides/slide6.xml" Id="R421013f6c02840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ad7c8747ce41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2e0f072803473b" /><Relationship Type="http://schemas.openxmlformats.org/officeDocument/2006/relationships/notesMaster" Target="/ppt/notesMasters/notesMaster1.xml" Id="R308b94c0af9b4a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61caf0d2264d55" /><Relationship Type="http://schemas.openxmlformats.org/officeDocument/2006/relationships/notesMaster" Target="/ppt/notesMasters/notesMaster1.xml" Id="R32a47b1352d14e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cbc620ae6a4d2b" /><Relationship Type="http://schemas.openxmlformats.org/officeDocument/2006/relationships/notesMaster" Target="/ppt/notesMasters/notesMaster1.xml" Id="Rc08ac677feac48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37efe7fbd349e5" /><Relationship Type="http://schemas.openxmlformats.org/officeDocument/2006/relationships/notesMaster" Target="/ppt/notesMasters/notesMaster1.xml" Id="Rbea9e843309942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8298b999ac45a7" /><Relationship Type="http://schemas.openxmlformats.org/officeDocument/2006/relationships/notesMaster" Target="/ppt/notesMasters/notesMaster1.xml" Id="R9b47feac976848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2ef197646c4541" /><Relationship Type="http://schemas.openxmlformats.org/officeDocument/2006/relationships/notesMaster" Target="/ppt/notesMasters/notesMaster1.xml" Id="R594cec301ce344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bracketed title, subtitle, presenter and date with your presentation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actual job requirements and user-verified examples. Keep unknowns and hard eligibility constraints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stationery artwork generated for the NextJobber brand kit. This is not a photograph of a customer or a live event.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06dd54ead44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6cbaca55a46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dcc21712c643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163e4af684c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d69b340d245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39b15211e40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D0CA6F-59BC-460C-A569-3A6F55AE1E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1A31B5-9514-40A4-8F48-9611A18A44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861EAD-C07D-4968-960B-1F42D3CF07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D93DDF-42D5-4765-8894-83CEE272D4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8DA957-F15A-451B-BECB-2A2F2E65AC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7AAA64-C1ED-4DDC-8876-BB7DD1FAF5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698C56-D74B-4009-A8E2-E9B3342AA3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460C71B-798B-47E9-948B-13CAC20A29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7FAC16-A7F8-44C4-9B1A-A4B2357C5D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9BBA68-7BE8-4E6C-B7FD-12B3EA9823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9df3161b084c42" /><Relationship Type="http://schemas.openxmlformats.org/officeDocument/2006/relationships/slideLayout" Target="/ppt/slideLayouts/slideLayout1.xml" Id="R48c5a9f19c8148d7" /><Relationship Type="http://schemas.openxmlformats.org/officeDocument/2006/relationships/slideLayout" Target="/ppt/slideLayouts/slideLayout2.xml" Id="Rc9f507f9c68d4aba" /><Relationship Type="http://schemas.openxmlformats.org/officeDocument/2006/relationships/slideLayout" Target="/ppt/slideLayouts/slideLayout3.xml" Id="R7b981f55fdb6468c" /><Relationship Type="http://schemas.openxmlformats.org/officeDocument/2006/relationships/slideLayout" Target="/ppt/slideLayouts/slideLayout4.xml" Id="Rd9977f09d9824ada" /><Relationship Type="http://schemas.openxmlformats.org/officeDocument/2006/relationships/slideLayout" Target="/ppt/slideLayouts/slideLayout5.xml" Id="R653e186d56b34d93" /><Relationship Type="http://schemas.openxmlformats.org/officeDocument/2006/relationships/slideLayout" Target="/ppt/slideLayouts/slideLayout6.xml" Id="Rc4b6813f2c3d43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c5a9f19c8148d7"/>
    <p:sldLayoutId xmlns:r="http://schemas.openxmlformats.org/officeDocument/2006/relationships" id="2147483650" r:id="Rc9f507f9c68d4aba"/>
    <p:sldLayoutId xmlns:r="http://schemas.openxmlformats.org/officeDocument/2006/relationships" id="2147483651" r:id="R7b981f55fdb6468c"/>
    <p:sldLayoutId xmlns:r="http://schemas.openxmlformats.org/officeDocument/2006/relationships" id="2147483652" r:id="Rd9977f09d9824ada"/>
    <p:sldLayoutId xmlns:r="http://schemas.openxmlformats.org/officeDocument/2006/relationships" id="2147483653" r:id="R653e186d56b34d93"/>
    <p:sldLayoutId xmlns:r="http://schemas.openxmlformats.org/officeDocument/2006/relationships" id="2147483654" r:id="Rc4b6813f2c3d43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6a206f04f84132" /><Relationship Type="http://schemas.openxmlformats.org/officeDocument/2006/relationships/image" Target="/ppt/media/image.png" Id="R0e2cab3b9ab849bb" /><Relationship Type="http://schemas.openxmlformats.org/officeDocument/2006/relationships/notesSlide" Target="/ppt/notesSlides/notesSlide1.xml" Id="R20b2db02853d48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ef6dfb14954768" /><Relationship Type="http://schemas.openxmlformats.org/officeDocument/2006/relationships/image" Target="/ppt/media/image2.png" Id="R9c98445d1d0247d3" /><Relationship Type="http://schemas.openxmlformats.org/officeDocument/2006/relationships/notesSlide" Target="/ppt/notesSlides/notesSlide2.xml" Id="R70834bf029f541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2f4fe883e74727" /><Relationship Type="http://schemas.openxmlformats.org/officeDocument/2006/relationships/image" Target="/ppt/media/image3.png" Id="R822c561ddaa04fca" /><Relationship Type="http://schemas.openxmlformats.org/officeDocument/2006/relationships/notesSlide" Target="/ppt/notesSlides/notesSlide3.xml" Id="Ra88ecd715a5643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3f1c9645314aa1" /><Relationship Type="http://schemas.openxmlformats.org/officeDocument/2006/relationships/image" Target="/ppt/media/image4.png" Id="R3ab3a6ba38cc49a0" /><Relationship Type="http://schemas.openxmlformats.org/officeDocument/2006/relationships/notesSlide" Target="/ppt/notesSlides/notesSlide4.xml" Id="R303b51a1124142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decb2d5c044415" /><Relationship Type="http://schemas.openxmlformats.org/officeDocument/2006/relationships/image" Target="/ppt/media/image5.png" Id="R0ea339cee6894e73" /><Relationship Type="http://schemas.openxmlformats.org/officeDocument/2006/relationships/image" Target="/ppt/media/image6.png" Id="R6b7d480145c147c4" /><Relationship Type="http://schemas.openxmlformats.org/officeDocument/2006/relationships/notesSlide" Target="/ppt/notesSlides/notesSlide5.xml" Id="Rff3c20b4f25e4d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6a17691e214b8f" /><Relationship Type="http://schemas.openxmlformats.org/officeDocument/2006/relationships/image" Target="/ppt/media/image7.png" Id="R06afaa01975e4b12" /><Relationship Type="http://schemas.openxmlformats.org/officeDocument/2006/relationships/notesSlide" Target="/ppt/notesSlides/notesSlide6.xml" Id="R40ebfc812f3e49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A1636-6697-4551-9B75-7CCE4ADF07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cab3b9ab849bb"/>
          <a:stretch xmlns:a="http://schemas.openxmlformats.org/drawingml/2006/main"/>
        </p:blipFill>
        <p:spPr>
          <a:xfrm xmlns:a="http://schemas.openxmlformats.org/drawingml/2006/main">
            <a:off x="685800" y="400050"/>
            <a:ext cx="3238500" cy="526256"/>
          </a:xfrm>
          <a:prstGeom xmlns:a="http://schemas.openxmlformats.org/drawingml/2006/main" prst="rect">
            <a:avLst/>
          </a:prstGeom>
        </p:spPr>
      </p:pic>
      <p:sp>
        <p:nvSpPr>
          <p:cNvPr id="2" name="presentation-title">
            <a:extLst xmlns:a="http://schemas.openxmlformats.org/drawingml/2006/main">
              <a:ext uri="{FF2B5EF4-FFF2-40B4-BE49-F238E27FC236}">
                <a16:creationId xmlns:a16="http://schemas.microsoft.com/office/drawing/2014/main" id="{5C2DA3EC-49D7-4715-9B77-FE1E1F46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191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80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80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80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80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80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80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80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80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80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C1734"/>
                </a:solidFill>
                <a:latin typeface="DejaVu Sans"/>
                <a:ea typeface="DejaVu Sans"/>
                <a:cs typeface="DejaVu Sans"/>
              </a:rPr>
              <a:t>[Presentation title]</a:t>
            </a:r>
          </a:p>
        </p:txBody>
      </p:sp>
      <p:sp>
        <p:nvSpPr>
          <p:cNvPr id="3" name="presentation-subtitle">
            <a:extLst xmlns:a="http://schemas.openxmlformats.org/drawingml/2006/main">
              <a:ext uri="{FF2B5EF4-FFF2-40B4-BE49-F238E27FC236}">
                <a16:creationId xmlns:a16="http://schemas.microsoft.com/office/drawing/2014/main" id="{57654D42-BFC8-4204-AAF5-5E6CE96F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766B70"/>
                </a:solidFill>
                <a:latin typeface="DejaVu Sans"/>
                <a:ea typeface="DejaVu Sans"/>
                <a:cs typeface="DejaVu Sans"/>
              </a:rPr>
              <a:t>[Subtitle or audience]</a:t>
            </a:r>
          </a:p>
        </p:txBody>
      </p:sp>
      <p:sp>
        <p:nvSpPr>
          <p:cNvPr id="4" name="presenter">
            <a:extLst xmlns:a="http://schemas.openxmlformats.org/drawingml/2006/main">
              <a:ext uri="{FF2B5EF4-FFF2-40B4-BE49-F238E27FC236}">
                <a16:creationId xmlns:a16="http://schemas.microsoft.com/office/drawing/2014/main" id="{A523244A-8ED3-4D9E-8F26-407578B7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66B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766B70"/>
                </a:solidFill>
                <a:latin typeface="DejaVu Sans"/>
                <a:ea typeface="DejaVu Sans"/>
                <a:cs typeface="DejaVu Sans"/>
              </a:rPr>
              <a:t>[Presenter]    [Date]</a:t>
            </a:r>
          </a:p>
        </p:txBody>
      </p:sp>
    </p:spTree>
    <p:extLst>
      <p:ext uri="{BB962C8B-B14F-4D97-AF65-F5344CB8AC3E}">
        <p14:creationId xmlns:p14="http://schemas.microsoft.com/office/powerpoint/2010/main" val="15960866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4C17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3251D-D51E-442A-8D98-2E0DD20A08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8445d1d0247d3"/>
          <a:stretch xmlns:a="http://schemas.openxmlformats.org/drawingml/2006/main"/>
        </p:blipFill>
        <p:spPr>
          <a:xfrm xmlns:a="http://schemas.openxmlformats.org/drawingml/2006/main">
            <a:off x="685800" y="400050"/>
            <a:ext cx="3238500" cy="526256"/>
          </a:xfrm>
          <a:prstGeom xmlns:a="http://schemas.openxmlformats.org/drawingml/2006/main" prst="rect">
            <a:avLst/>
          </a:prstGeom>
        </p:spPr>
      </p:pic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F81DB3A9-831E-4921-A6B9-E0E0E1F8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Career exploration</a:t>
            </a:r>
          </a:p>
        </p:txBody>
      </p:sp>
      <p:sp>
        <p:nvSpPr>
          <p:cNvPr id="3" name="section-description">
            <a:extLst xmlns:a="http://schemas.openxmlformats.org/drawingml/2006/main">
              <a:ext uri="{FF2B5EF4-FFF2-40B4-BE49-F238E27FC236}">
                <a16:creationId xmlns:a16="http://schemas.microsoft.com/office/drawing/2014/main" id="{3FD10CC4-7183-4DC0-BACF-4D1D6E29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E3B4C6"/>
                </a:solidFill>
                <a:latin typeface="DejaVu Sans"/>
                <a:ea typeface="DejaVu Sans"/>
                <a:cs typeface="DejaVu Sans"/>
              </a:rPr>
              <a:t>A useful direction starts with your experience.</a:t>
            </a:r>
          </a:p>
        </p:txBody>
      </p:sp>
    </p:spTree>
    <p:extLst>
      <p:ext uri="{BB962C8B-B14F-4D97-AF65-F5344CB8AC3E}">
        <p14:creationId xmlns:p14="http://schemas.microsoft.com/office/powerpoint/2010/main" val="1737813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57E16-FCE6-4154-8F14-9204420DE5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c561ddaa04fca"/>
          <a:stretch xmlns:a="http://schemas.openxmlformats.org/drawingml/2006/main"/>
        </p:blipFill>
        <p:spPr>
          <a:xfrm xmlns:a="http://schemas.openxmlformats.org/drawingml/2006/main">
            <a:off x="685800" y="400050"/>
            <a:ext cx="3238500" cy="526256"/>
          </a:xfrm>
          <a:prstGeom xmlns:a="http://schemas.openxmlformats.org/drawingml/2006/main" prst="rect">
            <a:avLst/>
          </a:prstGeom>
        </p:spPr>
      </p:pic>
      <p:sp>
        <p:nvSpPr>
          <p:cNvPr id="2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9778D4C8-9C09-4C01-805C-8B083CCB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rPr>
              <a:t>Your experience and priorities</a:t>
            </a:r>
          </a:p>
        </p:txBody>
      </p:sp>
      <p:sp>
        <p:nvSpPr>
          <p:cNvPr id="3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E6897E4D-83E7-4851-B61E-0981E001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rPr>
              <a:t>What you bring</a:t>
            </a:r>
          </a:p>
        </p:txBody>
      </p:sp>
      <p:sp>
        <p:nvSpPr>
          <p:cNvPr id="4" name="left-copy">
            <a:extLst xmlns:a="http://schemas.openxmlformats.org/drawingml/2006/main">
              <a:ext uri="{FF2B5EF4-FFF2-40B4-BE49-F238E27FC236}">
                <a16:creationId xmlns:a16="http://schemas.microsoft.com/office/drawing/2014/main" id="{78D4C270-494C-49FA-8969-61FD65FC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4572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rPr>
              <a:t>[Relevant experience]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rPr>
              <a:t>[Examples of transferable skills]</a:t>
            </a:r>
          </a:p>
        </p:txBody>
      </p:sp>
      <p:sp>
        <p:nvSpPr>
          <p:cNvPr id="5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7E6BD4F8-BB6F-4B2A-A7B5-8512F97D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4C1734"/>
                </a:solidFill>
                <a:latin typeface="DejaVu Sans"/>
                <a:ea typeface="DejaVu Sans"/>
                <a:cs typeface="DejaVu Sans"/>
              </a:rPr>
              <a:t>What matters next</a:t>
            </a:r>
          </a:p>
        </p:txBody>
      </p:sp>
      <p:sp>
        <p:nvSpPr>
          <p:cNvPr id="6" name="right-copy">
            <a:extLst xmlns:a="http://schemas.openxmlformats.org/drawingml/2006/main">
              <a:ext uri="{FF2B5EF4-FFF2-40B4-BE49-F238E27FC236}">
                <a16:creationId xmlns:a16="http://schemas.microsoft.com/office/drawing/2014/main" id="{7BAC4F27-5211-410E-B79B-7611CE94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95675"/>
            <a:ext cx="4572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rPr>
              <a:t>[Work preferences]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1C24"/>
                </a:solidFill>
                <a:latin typeface="DejaVu Sans"/>
                <a:ea typeface="DejaVu Sans"/>
                <a:cs typeface="DejaVu Sans"/>
              </a:rPr>
              <a:t>[Career goals and constraints]</a:t>
            </a:r>
          </a:p>
        </p:txBody>
      </p:sp>
    </p:spTree>
    <p:extLst>
      <p:ext uri="{BB962C8B-B14F-4D97-AF65-F5344CB8AC3E}">
        <p14:creationId xmlns:p14="http://schemas.microsoft.com/office/powerpoint/2010/main" val="375966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B84F6-4237-479B-9BA2-14DB4D9AE9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3a6ba38cc49a0"/>
          <a:stretch xmlns:a="http://schemas.openxmlformats.org/drawingml/2006/main"/>
        </p:blipFill>
        <p:spPr>
          <a:xfrm xmlns:a="http://schemas.openxmlformats.org/drawingml/2006/main">
            <a:off x="685800" y="400050"/>
            <a:ext cx="3238500" cy="526256"/>
          </a:xfrm>
          <a:prstGeom xmlns:a="http://schemas.openxmlformats.org/drawingml/2006/main" prst="rect">
            <a:avLst/>
          </a:prstGeom>
        </p:spPr>
      </p:pic>
      <p:sp>
        <p:nvSpPr>
          <p:cNvPr id="2" name="comparison-title">
            <a:extLst xmlns:a="http://schemas.openxmlformats.org/drawingml/2006/main">
              <a:ext uri="{FF2B5EF4-FFF2-40B4-BE49-F238E27FC236}">
                <a16:creationId xmlns:a16="http://schemas.microsoft.com/office/drawing/2014/main" id="{507CC9AA-8005-4454-9731-82AD9927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rPr>
              <a:t>Requirements and evidence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F0620-F536-43DF-9318-66056D0007A7}"/>
              </a:ext>
            </a:extLst>
          </p:cNvPr>
          <p:cNvGraphicFramePr/>
          <p:nvPr/>
        </p:nvGraphicFramePr>
        <p:xfrm>
          <a:off xmlns:a="http://schemas.openxmlformats.org/drawingml/2006/main" x="685800" y="2762250"/>
          <a:ext xmlns:a="http://schemas.openxmlformats.org/drawingml/2006/main" cx="10820400" cy="2819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476750"/>
                <a:gridCol w="3200400"/>
              </a:tblGrid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Requirement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CBD1"/>
                      </a:solidFill>
                      <a:prstDash val="solid"/>
                    </a:lnL>
                    <a:lnR w="9525">
                      <a:solidFill>
                        <a:srgbClr val="D8CBD1"/>
                      </a:solidFill>
                      <a:prstDash val="solid"/>
                    </a:lnR>
                    <a:lnT w="9525">
                      <a:solidFill>
                        <a:srgbClr val="D8CBD1"/>
                      </a:solidFill>
                      <a:prstDash val="solid"/>
                    </a:lnT>
                    <a:lnB w="9525">
                      <a:solidFill>
                        <a:srgbClr val="D8CBD1"/>
                      </a:solidFill>
                      <a:prstDash val="solid"/>
                    </a:lnB>
                    <a:solidFill>
                      <a:srgbClr val="4C173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Your 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BD1"/>
                      </a:solidFill>
                      <a:prstDash val="solid"/>
                    </a:lnR>
                    <a:lnT w="9525">
                      <a:solidFill>
                        <a:srgbClr val="D8CBD1"/>
                      </a:solidFill>
                      <a:prstDash val="solid"/>
                    </a:lnT>
                    <a:lnB w="9525">
                      <a:solidFill>
                        <a:srgbClr val="D8CBD1"/>
                      </a:solidFill>
                      <a:prstDash val="solid"/>
                    </a:lnB>
                    <a:solidFill>
                      <a:srgbClr val="4C173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Next action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BD1"/>
                      </a:solidFill>
                      <a:prstDash val="solid"/>
                    </a:lnR>
                    <a:lnT w="9525">
                      <a:solidFill>
                        <a:srgbClr val="D8CBD1"/>
                      </a:solidFill>
                      <a:prstDash val="solid"/>
                    </a:lnT>
                    <a:lnB w="9525">
                      <a:solidFill>
                        <a:srgbClr val="D8CBD1"/>
                      </a:solidFill>
                      <a:prstDash val="solid"/>
                    </a:lnB>
                    <a:solidFill>
                      <a:srgbClr val="4C1734"/>
                    </a:solidFill>
                  </a:tcPr>
                </a:tc>
              </a:tr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241C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[Requirement]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CBD1"/>
                      </a:solidFill>
                      <a:prstDash val="solid"/>
                    </a:lnL>
                    <a:lnR w="9525">
                      <a:solidFill>
                        <a:srgbClr val="D8CBD1"/>
                      </a:solidFill>
                      <a:prstDash val="solid"/>
                    </a:lnR>
                    <a:lnB w="9525">
                      <a:solidFill>
                        <a:srgbClr val="D8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241C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 real work example]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BD1"/>
                      </a:solidFill>
                      <a:prstDash val="solid"/>
                    </a:lnR>
                    <a:lnB w="9525">
                      <a:solidFill>
                        <a:srgbClr val="D8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241C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[Action or clarification]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BD1"/>
                      </a:solidFill>
                      <a:prstDash val="solid"/>
                    </a:lnR>
                    <a:lnB w="9525">
                      <a:solidFill>
                        <a:srgbClr val="D8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241C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[Requirement]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CBD1"/>
                      </a:solidFill>
                      <a:prstDash val="solid"/>
                    </a:lnL>
                    <a:lnR w="9525">
                      <a:solidFill>
                        <a:srgbClr val="D8CBD1"/>
                      </a:solidFill>
                      <a:prstDash val="solid"/>
                    </a:lnR>
                    <a:lnB w="9525">
                      <a:solidFill>
                        <a:srgbClr val="D8CBD1"/>
                      </a:solidFill>
                      <a:prstDash val="solid"/>
                    </a:lnB>
                    <a:solidFill>
                      <a:srgbClr val="F4EBF0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241C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[Evidence or unknown]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BD1"/>
                      </a:solidFill>
                      <a:prstDash val="solid"/>
                    </a:lnR>
                    <a:lnB w="9525">
                      <a:solidFill>
                        <a:srgbClr val="D8CBD1"/>
                      </a:solidFill>
                      <a:prstDash val="solid"/>
                    </a:lnB>
                    <a:solidFill>
                      <a:srgbClr val="F4EBF0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241C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[Action or clarification]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BD1"/>
                      </a:solidFill>
                      <a:prstDash val="solid"/>
                    </a:lnR>
                    <a:lnB w="9525">
                      <a:solidFill>
                        <a:srgbClr val="D8CBD1"/>
                      </a:solidFill>
                      <a:prstDash val="solid"/>
                    </a:lnB>
                    <a:solidFill>
                      <a:srgbClr val="F4EBF0"/>
                    </a:solidFill>
                  </a:tcPr>
                </a:tc>
              </a:tr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241C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[Requirement]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CBD1"/>
                      </a:solidFill>
                      <a:prstDash val="solid"/>
                    </a:lnL>
                    <a:lnR w="9525">
                      <a:solidFill>
                        <a:srgbClr val="D8CBD1"/>
                      </a:solidFill>
                      <a:prstDash val="solid"/>
                    </a:lnR>
                    <a:lnB w="9525">
                      <a:solidFill>
                        <a:srgbClr val="D8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241C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[Evidence or gap]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BD1"/>
                      </a:solidFill>
                      <a:prstDash val="solid"/>
                    </a:lnR>
                    <a:lnB w="9525">
                      <a:solidFill>
                        <a:srgbClr val="D8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241C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[Learning or practice]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BD1"/>
                      </a:solidFill>
                      <a:prstDash val="solid"/>
                    </a:lnR>
                    <a:lnB w="9525">
                      <a:solidFill>
                        <a:srgbClr val="D8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9506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E8748-2FB9-4A2E-A4E8-D8D88B1732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339cee6894e73"/>
          <a:stretch xmlns:a="http://schemas.openxmlformats.org/drawingml/2006/main"/>
        </p:blipFill>
        <p:spPr>
          <a:xfrm xmlns:a="http://schemas.openxmlformats.org/drawingml/2006/main">
            <a:off x="685800" y="400050"/>
            <a:ext cx="3238500" cy="526256"/>
          </a:xfrm>
          <a:prstGeom xmlns:a="http://schemas.openxmlformats.org/drawingml/2006/main" prst="rect">
            <a:avLst/>
          </a:prstGeom>
        </p:spPr>
      </p:pic>
      <p:sp>
        <p:nvSpPr>
          <p:cNvPr id="2" name="image-slide-title">
            <a:extLst xmlns:a="http://schemas.openxmlformats.org/drawingml/2006/main">
              <a:ext uri="{FF2B5EF4-FFF2-40B4-BE49-F238E27FC236}">
                <a16:creationId xmlns:a16="http://schemas.microsoft.com/office/drawing/2014/main" id="{81A1D073-FEC0-44BB-AD84-6EA43B73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4C1734"/>
                </a:solidFill>
                <a:latin typeface="DejaVu Sans"/>
                <a:ea typeface="DejaVu Sans"/>
                <a:cs typeface="DejaVu Sans"/>
              </a:rPr>
              <a:t>[Story or example]</a:t>
            </a:r>
          </a:p>
        </p:txBody>
      </p:sp>
      <p:sp>
        <p:nvSpPr>
          <p:cNvPr id="3" name="image-slide-copy">
            <a:extLst xmlns:a="http://schemas.openxmlformats.org/drawingml/2006/main">
              <a:ext uri="{FF2B5EF4-FFF2-40B4-BE49-F238E27FC236}">
                <a16:creationId xmlns:a16="http://schemas.microsoft.com/office/drawing/2014/main" id="{E69AB01D-EDCE-4469-8B1C-7BFAD47A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2386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1C2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1C24"/>
                </a:solidFill>
                <a:latin typeface="DejaVu Sans"/>
                <a:ea typeface="DejaVu Sans"/>
                <a:cs typeface="DejaVu Sans"/>
              </a:rPr>
              <a:t>[Explain one idea in a few clear sentences. Add a source or example when it supports the point.]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003BA-CFB4-434D-9B16-76CD2907F8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d480145c147c4"/>
          <a:stretch xmlns:a="http://schemas.openxmlformats.org/drawingml/2006/main"/>
        </p:blipFill>
        <p:spPr>
          <a:xfrm xmlns:a="http://schemas.openxmlformats.org/drawingml/2006/main">
            <a:off x="5524500" y="1768475"/>
            <a:ext cx="5981700" cy="3987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4128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4C17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F53E0-55C6-4065-BB13-6169483CB0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faa01975e4b12"/>
          <a:stretch xmlns:a="http://schemas.openxmlformats.org/drawingml/2006/main"/>
        </p:blipFill>
        <p:spPr>
          <a:xfrm xmlns:a="http://schemas.openxmlformats.org/drawingml/2006/main">
            <a:off x="685800" y="400050"/>
            <a:ext cx="3238500" cy="526256"/>
          </a:xfrm>
          <a:prstGeom xmlns:a="http://schemas.openxmlformats.org/drawingml/2006/main" prst="rect">
            <a:avLst/>
          </a:prstGeom>
        </p:spPr>
      </p:pic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CD3D4848-F0D1-452F-9661-0CE23118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Your next step</a:t>
            </a:r>
          </a:p>
        </p:txBody>
      </p:sp>
      <p:sp>
        <p:nvSpPr>
          <p:cNvPr id="3" name="closing-action">
            <a:extLst xmlns:a="http://schemas.openxmlformats.org/drawingml/2006/main">
              <a:ext uri="{FF2B5EF4-FFF2-40B4-BE49-F238E27FC236}">
                <a16:creationId xmlns:a16="http://schemas.microsoft.com/office/drawing/2014/main" id="{A8D51824-6479-4D14-B58D-D2815841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[One specific action]</a:t>
            </a:r>
          </a:p>
        </p:txBody>
      </p:sp>
      <p:sp>
        <p:nvSpPr>
          <p:cNvPr id="4" name="closing-detail">
            <a:extLst xmlns:a="http://schemas.openxmlformats.org/drawingml/2006/main">
              <a:ext uri="{FF2B5EF4-FFF2-40B4-BE49-F238E27FC236}">
                <a16:creationId xmlns:a16="http://schemas.microsoft.com/office/drawing/2014/main" id="{771EA4DB-CD83-4ECE-8C1C-8E00361F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3B4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3B4C6"/>
                </a:solidFill>
                <a:latin typeface="DejaVu Sans"/>
                <a:ea typeface="DejaVu Sans"/>
                <a:cs typeface="DejaVu Sans"/>
              </a:rPr>
              <a:t>[Owner or responsibility]    [Review date]</a:t>
            </a:r>
          </a:p>
        </p:txBody>
      </p:sp>
    </p:spTree>
    <p:extLst>
      <p:ext uri="{BB962C8B-B14F-4D97-AF65-F5344CB8AC3E}">
        <p14:creationId xmlns:p14="http://schemas.microsoft.com/office/powerpoint/2010/main" val="1233791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2026-10-22T15:11:32.4680000Z</dcterms:created>
  <dcterms:modified xsi:type="dcterms:W3CDTF">2026-10-22T15:11:32.4690000Z</dcterms:modified>
</coreProperties>
</file>